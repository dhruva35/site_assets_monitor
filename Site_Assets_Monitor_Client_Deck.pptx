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AI PERCEPTION &amp; AUTONOMOUS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SITE Assets Monitor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Segoe UI"/>
              </a:defRPr>
            </a:pPr>
            <a:r>
              <a:t>Automated Visual Security &amp; Spatial Equipment Auditing for Industrial Facilities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Transforming patrolling mobile robots into autonomous, 24/7 site auditors. Eliminates manual asset inventory, recognizes equipment marker-free via visual deep learning, and alerts security instantly when critical machinery moves beyond authorized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3328416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56048"/>
            <a:ext cx="29626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TARGET VEHICLE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Mobile Ground Robot / UGV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846320"/>
            <a:ext cx="3328416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4956048"/>
            <a:ext cx="29626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DETECTION TECH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RGB-D Vision + Deep Re-ID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846320"/>
            <a:ext cx="3328416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956048"/>
            <a:ext cx="29626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DISPLACEMENT TOLERANCE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3-Meter Relocation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What is the SITE Assets Monitor?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An intelligent visual auditing layer mounted onto your mobile robot to secure high-value equipment.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548640" cy="73152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PILLAR 01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Autonomous 24/7 Security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Continuous Site Audits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Turns regular robot patrol rounds into automated inventory sweeps.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Watches generators, air compressors, welders, and heavy toolkits.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Eliminates human clipboard checks and reduces site inventory losses.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Produces automated shift-by-shift compliance &amp; status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8308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965960"/>
            <a:ext cx="548640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488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PILLAR 02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Markerless Visual Re-ID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No RFID or Barcode Tags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Traditional tags get covered in dust, weather away, or get torn off.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Uses AI Computer Vision to recognize machinery by silhouette &amp; texture.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Extracts unique 512-dimension digital fingerprints for each machine.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Robust to perspective changes, varying sunlight, and partial clutter.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8308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2752" y="1965960"/>
            <a:ext cx="548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1488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PILLAR 03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3-Meter Precision Alert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Immediate Photographic Proof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Measures exact metric distance using 3D depth camera point clouds.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Projects equipment coordinates directly into your facility site map.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Triggers an alert if equipment is displaced by more than 3 meters.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 Packages side-by-side photo evidence (Baseline vs. Current location).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OPERATIONAL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Two Distinct Operating Phases: Setup vs. Autonomous Patrol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simple one-time onboarding walkthrough establishes the baseline catalog; the robot then audits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7550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201168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84C78"/>
                </a:solidFill>
                <a:latin typeface="Segoe UI"/>
              </a:defRPr>
            </a:pPr>
            <a:r>
              <a:t>PHASE 1: ONE-TIME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626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Human-Guided Walkthrough (Setup)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1. Operator Guided Route: A human operator guides the robot once through the yard or facility to view all key operational areas.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2. Visual Asset Detection: The onboard 3D camera spots high-value equipment (generators, compressors, machinery) in the robot's field of view.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3. Digital Fingerprint Generation: AI extracts a 512-dimension visual signature capturing geometry, markings, and distinct wear patterns.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4. Operator Naming via UI (Option B): The operator taps the asset on a portable tablet screen to assign a friendly name (e.g. 'Gen-Set Beta 03').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5. Spatial Baseline Lock: Robot notes exact 3D coordinates (X, Y, Z) and registers the asset into the Master Inventory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83080"/>
            <a:ext cx="517550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47104" y="2011680"/>
            <a:ext cx="2011680" cy="292608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PHASE 2: 24/7 AUTONOMOUS 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404872"/>
            <a:ext cx="4626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Autonomous Security Rounds (Ongoing)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1. Scheduled Autonomous Patrol: The robot navigates its planned waypoint patrol routes with no human intervention required.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2. Active Camera Sweep: Cameras continuously scan 360° surroundings as the robot moves past designated asset bays.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3. Visual Fingerprint Matching: Live sightings are compared against the Master Catalog to verify the identity of each machine.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4. 3-Meter Spatial Audit: The system calculates live position vs baseline position and applies the movement rule: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🟢 IN PLACE (&lt; 3m): Asset is within normal operational radius. Marked healthy.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🟡 MOVED (&gt; 3m): Asset displaced. Instant warning alert sent with photo proof.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🔴 MISSING: Asset not detected at scheduled checkpoint. High-priority alert.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End-to-End Visual &amp; Spatial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Synchronizing optical video, 3D point clouds, and robot localization for real-time asset tracking.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desig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10362895" cy="58006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03520"/>
            <a:ext cx="3419856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1. Sensory Ingestion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Subscribes to 1080p RGB video, 16-bit millimeter depth maps, and robot /tf pose in map coordinates.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5303520"/>
            <a:ext cx="3419856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5394960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2. AI Perception Core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YOLOv8 isolates bounding boxes; OSNet extracts visual embeddings; Depth pinpoints 3D (X, Y, Z).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5303520"/>
            <a:ext cx="3419856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5394960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3. Audit &amp; Alert Engine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Database matches identity, computes delta distance vs baseline, and dispatches UI notifications.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FIELD AI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Real-World Visual Detections from Site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Live verification testing using actual site inspection video clippings and object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7550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18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Detection Sighting A: Heavy Asset Scanning</a:t>
            </a:r>
          </a:p>
        </p:txBody>
      </p:sp>
      <p:pic>
        <p:nvPicPr>
          <p:cNvPr id="8" name="Picture 7" descr="detection_example_01_camera_29.303_2023-12-30T15_33_00_829+03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86000"/>
            <a:ext cx="4718304" cy="26540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623560"/>
            <a:ext cx="4718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YOLO Bounding Box: Active | Depth: Verified | ID Confidence: 89%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• Model baseline verified; site fine-tuning will provide custom asset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783080"/>
            <a:ext cx="517550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874519"/>
            <a:ext cx="4718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Detection Sighting B: Complex Yard Clutter</a:t>
            </a:r>
          </a:p>
        </p:txBody>
      </p:sp>
      <p:pic>
        <p:nvPicPr>
          <p:cNvPr id="12" name="Picture 11" descr="detection_example_03_camera_6.1003_2024-01-03T09_48_47_515+03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286000"/>
            <a:ext cx="4718304" cy="26540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01384" y="5623560"/>
            <a:ext cx="4718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Re-ID Feature Extraction: Active | Multi-Angle Tracking | Threshold: In-Place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• Model baseline verified; site fine-tuning will provide custom asset classes.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ROBOTICS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Deliverables Needed from the ROS &amp; Navigation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Four standardized engineering inputs required to link the perception engine with the physical robot.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84C78"/>
                </a:solidFill>
                <a:latin typeface="Segoe UI"/>
              </a:defRPr>
            </a:pPr>
            <a:r>
              <a:t>INPUT 01: SENSORY STREAMS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Camera Video &amp; Depth Feeds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Color Feed: /camera/color/image_raw (sensor_msgs/Image, 1080p @ 15-30Hz)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Depth Feed: /camera/depth/image_raw (16-bit mm depth, 16UC1 format)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Intrinsics: /camera/color/camera_info (focal length &amp; distortion matrix)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Purpose: Enables visual bounding box isolation and precise 3D ranging.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8308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1947672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84C78"/>
                </a:solidFill>
                <a:latin typeface="Segoe UI"/>
              </a:defRPr>
            </a:pPr>
            <a:r>
              <a:t>INPUT 02: SPATIAL LOCALIZATION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Robot Coordinates &amp; TF Tree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Coordinate Frames: /tf &amp; /tf_static (map -&gt; odom -&gt; base_link -&gt; camera_link)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Fallback Pose: /robot/pose (geometry_msgs/PoseWithCovarianceStamped)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Camera Extrinsics: Exact mounting height (Z) and pitch angle (tilt)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Purpose: Converts camera coordinates into absolute global site map coordinates.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84C78"/>
                </a:solidFill>
                <a:latin typeface="Segoe UI"/>
              </a:defRPr>
            </a:pPr>
            <a:r>
              <a:t>INPUT 03: SIMULATION &amp; TESTING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5-Minute Test ROS2 Bag File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Recording Format: ROS2 bag (.mcap or .db3) of 3 to 5 minutes duration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Scenario: Robot navigating past 2 or 3 stationary assets (generators, carts)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Included Topics: Camera RGB, Depth, CameraInfo, /tf, /tf_static, /odom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Purpose: Validates the entire pipeline offline before testing on live vehicle.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1480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279392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84C78"/>
                </a:solidFill>
                <a:latin typeface="Segoe UI"/>
              </a:defRPr>
            </a:pPr>
            <a:r>
              <a:t>INPUT 04: NETWORK CONNECTIVITY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Link to Dedicated Perception Pi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Hardware: Gigabit Ethernet between Navigation PC and our Raspberry Pi 5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Middleware: Shared ROS_DOMAIN_ID for DDS communication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Time Sync: NTP / Chrony synchronization across both boards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 Purpose: Enables our dedicated Pi to read your /tf and send alerts without sharing CPU.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DEPLOYMENT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Project Roadmap: Step-by-Step Delivery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Structured 4-phase rollout ensuring robust validation at each milestone before moving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2487168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PHASE A • Week 1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Rosbag Verification &amp; Calibration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Navigation team provides 5-min test ROS2 bag recording.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Perception team validates depth camera optical calibration.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Verify coordinate transform integrity (map -&gt; camera_link).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Milestone: Software talks cleanly to the robot's data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83080"/>
            <a:ext cx="248716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PHASE B • Week 2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On-Site Model Fine-Tuning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Collect localized images of site-specific equipment types.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Train custom YOLOv8 classes for generators &amp; compressors.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Benchmark Re-ID fingerprint matching accuracy (&gt;92%).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Milestone: AI reliably recognizes all client equipment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24871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PHASE C • Week 3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Initial Site Walkthrough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Execute one-time guided walkthrough on the physical site.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Operator names assets via UI and locks baseline locations.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Generate the site's official Master Asset Catalog.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Milestone: Full facility baseline inventory locked into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8308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783080"/>
            <a:ext cx="248716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65960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PHASE D • Week 4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Autonomous Go-Live &amp; Auditing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Enable autonomous patrol rounds with active 3D tracking.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Automated 3-meter displacement alert notifications active.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Automated daily inventory logs with photographic evidence.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 Milestone: 24/7 autonomous asset security fully operational.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256032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NEXT STEPS &amp;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Immediate Next Action: Team Confirmation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Perception and Navigation team alignment to confirm topics and capture the test rosbag.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5175504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4626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ACTION 01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Navigation Alignment Meeting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Review the 4 deliverables document with the robotics engineering team.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Confirm exact ROS2 topic strings (/camera/color/image_raw, /tf frames).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Confirm compute budget on the vehicle (Jetson vs Industrial PC).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Sign off on perception interface contract before node coding.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2651760"/>
            <a:ext cx="5175504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47104" y="2880360"/>
            <a:ext cx="4626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ACTION 02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5-Minute Practice Rosbag Recording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Drive robot past 2-3 stationary target equipment assets in yard.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Record color, depth, camera_info, and /tf into an .mcap file.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Hand over rosbag to perception team for offline calibration.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 Perception team verifies 3D coordinate projection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SITE Assets Monitor | Autonomous Security &amp; Visual Auditing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